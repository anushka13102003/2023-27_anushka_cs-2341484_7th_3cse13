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914400"/>
            <a:ext cx="3291840" cy="329184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645920"/>
            <a:ext cx="1828800" cy="182880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5" name="Image 0" descr="/home/claude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394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438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749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  |  School of Computer Science and Engineering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060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Screening &amp; Job Match System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28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Anushka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4828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Ybi Foundation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257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513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CS-2341484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5257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5513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and Machine Learning Intern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43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BATCH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199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 &amp; AI), Batch 2027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5943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749040" y="6199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(Completed 26 June 2026)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01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67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Ybi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801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167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duration &amp; focus areas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47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130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Screening &amp; Job Match System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2461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447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8130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built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093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Features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45896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48920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093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Outcomes &amp; Conclusion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545896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and achieved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Ybi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“Empowering Self-Motivated Learners”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Ybi Foundation is an ISO 9001:2015 certified organization that runs structured virtual internship programs, giving students hands-on, self-paced experience across Data Science, Machine Learning, and related technology domains.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is recognized under the Ministry of Corporate Affairs, Government of India, and each completion is verifiable through a unique credential ID.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0848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and Machine Learning Intern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34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072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834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3072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June 2026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611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849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3611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849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QZEKFSSBI5L7M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6268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46268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Self-paced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5074920"/>
            <a:ext cx="466344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52120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54681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support@ybifoundation.com  |  www.ybifoundation.com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I worked on a complete, end-to-end applied NLP and machine learning project — using text-similarity techniques to solve a real, practical problem faced by both job seekers and recruiters.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6070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0604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4A2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Screening &amp; Job Match System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that compares a candidate's resume against a job description and automatically scores how well they match — helping job seekers improve their resumes and recruiters screen faster.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434840"/>
            <a:ext cx="793699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434840"/>
            <a:ext cx="793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45259" y="4434840"/>
            <a:ext cx="1062533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45259" y="4434840"/>
            <a:ext cx="1062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90672" y="4434840"/>
            <a:ext cx="1331366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90672" y="4434840"/>
            <a:ext cx="1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4918" y="4434840"/>
            <a:ext cx="1331366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04918" y="4434840"/>
            <a:ext cx="1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TF-IDF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19165" y="4434840"/>
            <a:ext cx="1779422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19165" y="4434840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1467" y="4434840"/>
            <a:ext cx="883310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81467" y="4434840"/>
            <a:ext cx="88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7658" y="4434840"/>
            <a:ext cx="793699" cy="384048"/>
          </a:xfrm>
          <a:prstGeom prst="roundRect">
            <a:avLst>
              <a:gd name="adj" fmla="val 50000"/>
            </a:avLst>
          </a:prstGeom>
          <a:solidFill>
            <a:srgbClr val="2B34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7658" y="4434840"/>
            <a:ext cx="793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large volumes of resumes for every role, making manual screening slow and inconsistent. Job seekers, in turn, struggle to know how well their resume fits a job — or which skills they're missing.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was needed to automatically compare a resume against a job description and report an objective match score, along with skill gaps and improvement tips.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65960"/>
            <a:ext cx="384048" cy="38404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upload a PDF resume and enter a job description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384048" cy="38404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521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7249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clean resume text 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3520440"/>
            <a:ext cx="384048" cy="38404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3502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Job Match % using NLP similarity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4297680"/>
            <a:ext cx="384048" cy="38404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521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42793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matching and missing skills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0" y="5074920"/>
            <a:ext cx="384048" cy="38404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50566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 job role and resume improvements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" y="196596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" y="19659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(PDF)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70632" y="196596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90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26664" y="196596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99816" y="19659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96596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9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57216" y="196596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30368" y="19659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96596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9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87768" y="196596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9659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62288" y="196596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9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96596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D4A2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91472" y="19659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%, Skills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Suggestions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46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flow: the resume is parsed and both texts are vectorized with TF-IDF, then compared with cosine similarity to produce the match score, skill comparison, and suggestions — all rendered on a Streamlit interface.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2245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4114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42245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4632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5320" y="42245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4108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/ PyPDF2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9103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1560" y="4800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43400" y="48006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0" y="49103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46320" y="4800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48006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8275320" y="49103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41080" y="4800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Plotly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0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interface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lets the user upload a PDF resume, paste a job description, and click "Analyze Resume".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2240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resume text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/ PyMuPDF pulls the raw text content out of the uploaded PDF resume.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6448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5644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56448" y="2240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with NLP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texts are tokenized, cleaned, and normalized before vectorization.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3434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&amp; compare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70916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are compared using cosine similarity to compute the Job Match 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36576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531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53128" y="43434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skills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470916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sets from both texts are compared to find matching and missing skills.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6576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56448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5644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56448" y="43434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results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156448" y="470916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job role, skill chart, and improvement tips are shown together on screen.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Percentage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showing how well the resume matches the job description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719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212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Skills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420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found in both the resume and job description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719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212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5420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required by the job but absent from the resume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39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33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Job Role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6227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probable job role based on resume content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474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34840" y="3639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133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Comparison Chart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446227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of matching vs. missing skills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4747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3639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133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Suggestions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46227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to strengthen the resume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NLP techniques (TF-IDF, cosine similarity), PDF text extraction, and building a data app with Streamlit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514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real-world hiring problem into a measurable text-similarity task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00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skill-match results clearly using Matplotlib / Plotly charts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8862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114800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8006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building, and deploying a complete ML-powered application independently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at Ybi Foundation provided hands-on experience turning NLP and machine learning concepts into a practical, deployable tool — one that gives job seekers objective, actionable feedback on how well their resume fits a 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4A2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877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a complete AI-powered resume screening application end to 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4A2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649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core NLP techniques — TF-IDF and cosine similarity — to a real matching 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4A2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C4A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1422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practical, industry-relevant Data Science and ML skills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Anushka  ·  Data Science and Machine Learning Intern, Ybi Foundation  ·  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2026-08-29T19:45:04Z</dcterms:created>
  <dcterms:modified xsi:type="dcterms:W3CDTF">2026-08-29T19:45:04Z</dcterms:modified>
</cp:coreProperties>
</file>